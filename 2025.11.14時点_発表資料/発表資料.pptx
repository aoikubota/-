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6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03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50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08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34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62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42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9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23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26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16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955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5303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290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9928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976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2446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33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E8EA75A-288C-4EF5-A551-B35750169143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8C1C732-56D1-496B-A397-28B1DBE27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5800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CC5953-CF62-F18E-F3C8-BF8A1BF02F42}"/>
              </a:ext>
            </a:extLst>
          </p:cNvPr>
          <p:cNvSpPr txBox="1"/>
          <p:nvPr/>
        </p:nvSpPr>
        <p:spPr>
          <a:xfrm>
            <a:off x="1033670" y="2693505"/>
            <a:ext cx="7245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dirty="0" err="1">
                <a:latin typeface="Arial" panose="020B0604020202020204" pitchFamily="34" charset="0"/>
                <a:cs typeface="Arial" panose="020B0604020202020204" pitchFamily="34" charset="0"/>
              </a:rPr>
              <a:t>PlanVista</a:t>
            </a:r>
            <a:endParaRPr kumimoji="1" lang="ja-JP" alt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E3F7CE-BD2E-E849-50BA-070DE36B6E9A}"/>
              </a:ext>
            </a:extLst>
          </p:cNvPr>
          <p:cNvSpPr txBox="1"/>
          <p:nvPr/>
        </p:nvSpPr>
        <p:spPr>
          <a:xfrm>
            <a:off x="1133060" y="389613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久保田 葵</a:t>
            </a:r>
          </a:p>
        </p:txBody>
      </p:sp>
    </p:spTree>
    <p:extLst>
      <p:ext uri="{BB962C8B-B14F-4D97-AF65-F5344CB8AC3E}">
        <p14:creationId xmlns:p14="http://schemas.microsoft.com/office/powerpoint/2010/main" val="1762860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A2BDD0-9342-56D5-129E-20615E2701F0}"/>
              </a:ext>
            </a:extLst>
          </p:cNvPr>
          <p:cNvSpPr txBox="1"/>
          <p:nvPr/>
        </p:nvSpPr>
        <p:spPr>
          <a:xfrm>
            <a:off x="655982" y="606287"/>
            <a:ext cx="28103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PlanVista</a:t>
            </a:r>
            <a:r>
              <a:rPr kumimoji="1" lang="ja-JP" altLang="en-US" sz="3200"/>
              <a:t>とは</a:t>
            </a:r>
            <a:endParaRPr kumimoji="1" lang="ja-JP" altLang="en-US" sz="3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76E5CD-8A61-8A6A-D2EC-0505792DF85A}"/>
              </a:ext>
            </a:extLst>
          </p:cNvPr>
          <p:cNvSpPr txBox="1"/>
          <p:nvPr/>
        </p:nvSpPr>
        <p:spPr>
          <a:xfrm>
            <a:off x="655982" y="1630017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予定と実績を同一アプリで管理するカレンダーアプリケーション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26651F-697C-5411-1DC1-91FCA0C59B99}"/>
              </a:ext>
            </a:extLst>
          </p:cNvPr>
          <p:cNvSpPr txBox="1"/>
          <p:nvPr/>
        </p:nvSpPr>
        <p:spPr>
          <a:xfrm>
            <a:off x="576469" y="2438304"/>
            <a:ext cx="595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・スケジュール機能と実績記録（レコード）の統合管理</a:t>
            </a:r>
            <a:endParaRPr kumimoji="1" lang="en-US" altLang="ja-JP" dirty="0"/>
          </a:p>
          <a:p>
            <a:r>
              <a:rPr kumimoji="1" lang="ja-JP" altLang="en-US" dirty="0"/>
              <a:t>・予定と実績の差異を分析・可視化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Google</a:t>
            </a:r>
            <a:r>
              <a:rPr kumimoji="1" lang="ja-JP" altLang="en-US" dirty="0"/>
              <a:t>カレンダーとのシームレス連携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89A4326-2E6F-E975-6E9E-2E36AA4BD843}"/>
              </a:ext>
            </a:extLst>
          </p:cNvPr>
          <p:cNvSpPr/>
          <p:nvPr/>
        </p:nvSpPr>
        <p:spPr>
          <a:xfrm>
            <a:off x="655982" y="4038673"/>
            <a:ext cx="7663070" cy="163995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2060"/>
                </a:solidFill>
              </a:rPr>
              <a:t>コアバリュー：より正確なスケジュール作成の支援</a:t>
            </a:r>
          </a:p>
        </p:txBody>
      </p:sp>
    </p:spTree>
    <p:extLst>
      <p:ext uri="{BB962C8B-B14F-4D97-AF65-F5344CB8AC3E}">
        <p14:creationId xmlns:p14="http://schemas.microsoft.com/office/powerpoint/2010/main" val="335947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CD38-AE28-9EB8-9BBA-F6427E98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7064277-DD90-B6AC-D536-585706785434}"/>
              </a:ext>
            </a:extLst>
          </p:cNvPr>
          <p:cNvSpPr/>
          <p:nvPr/>
        </p:nvSpPr>
        <p:spPr>
          <a:xfrm>
            <a:off x="924338" y="3822104"/>
            <a:ext cx="8289235" cy="20077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E010F61-F711-125B-1196-4617656A030A}"/>
              </a:ext>
            </a:extLst>
          </p:cNvPr>
          <p:cNvSpPr/>
          <p:nvPr/>
        </p:nvSpPr>
        <p:spPr>
          <a:xfrm>
            <a:off x="924338" y="1502731"/>
            <a:ext cx="8289235" cy="20077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4462DC-EF68-8B82-1362-ED9723692D45}"/>
              </a:ext>
            </a:extLst>
          </p:cNvPr>
          <p:cNvSpPr txBox="1"/>
          <p:nvPr/>
        </p:nvSpPr>
        <p:spPr>
          <a:xfrm>
            <a:off x="655982" y="606287"/>
            <a:ext cx="4862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err="1"/>
              <a:t>PlanVista</a:t>
            </a:r>
            <a:r>
              <a:rPr kumimoji="1" lang="ja-JP" altLang="en-US" sz="3200" dirty="0"/>
              <a:t>で解決する課題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232258-3C1E-D14B-E541-B36A8BC2679A}"/>
              </a:ext>
            </a:extLst>
          </p:cNvPr>
          <p:cNvSpPr txBox="1"/>
          <p:nvPr/>
        </p:nvSpPr>
        <p:spPr>
          <a:xfrm>
            <a:off x="1013791" y="1689534"/>
            <a:ext cx="5493812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現状の問題</a:t>
            </a:r>
            <a:endParaRPr kumimoji="1" lang="en-US" altLang="ja-JP" sz="2000" dirty="0"/>
          </a:p>
          <a:p>
            <a:endParaRPr kumimoji="1" lang="en-US" altLang="ja-JP" sz="2800" dirty="0"/>
          </a:p>
          <a:p>
            <a:r>
              <a:rPr kumimoji="1" lang="ja-JP" altLang="en-US" dirty="0"/>
              <a:t>・予定と実績を同時に管理するツールが存在しない</a:t>
            </a:r>
            <a:endParaRPr kumimoji="1" lang="en-US" altLang="ja-JP" dirty="0"/>
          </a:p>
          <a:p>
            <a:r>
              <a:rPr kumimoji="1" lang="ja-JP" altLang="en-US" dirty="0"/>
              <a:t>・スケジュール精度が向上しない</a:t>
            </a:r>
            <a:endParaRPr kumimoji="1" lang="en-US" altLang="ja-JP" dirty="0"/>
          </a:p>
          <a:p>
            <a:r>
              <a:rPr kumimoji="1" lang="ja-JP" altLang="en-US" dirty="0"/>
              <a:t>・自身のスケジュールの振りかえりが困難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C816C7-C0EF-8012-F73C-2932BCEDC041}"/>
              </a:ext>
            </a:extLst>
          </p:cNvPr>
          <p:cNvSpPr txBox="1"/>
          <p:nvPr/>
        </p:nvSpPr>
        <p:spPr>
          <a:xfrm>
            <a:off x="1013791" y="3994959"/>
            <a:ext cx="618630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err="1"/>
              <a:t>Planvista</a:t>
            </a:r>
            <a:r>
              <a:rPr kumimoji="1" lang="ja-JP" altLang="en-US" sz="2000" dirty="0"/>
              <a:t>の解決策</a:t>
            </a:r>
            <a:endParaRPr kumimoji="1" lang="en-US" altLang="ja-JP" sz="2000" dirty="0"/>
          </a:p>
          <a:p>
            <a:endParaRPr kumimoji="1" lang="en-US" altLang="ja-JP" sz="2400" dirty="0"/>
          </a:p>
          <a:p>
            <a:r>
              <a:rPr kumimoji="1" lang="ja-JP" altLang="en-US" dirty="0"/>
              <a:t>・予定と実績を一元管理</a:t>
            </a:r>
            <a:endParaRPr kumimoji="1" lang="en-US" altLang="ja-JP" dirty="0"/>
          </a:p>
          <a:p>
            <a:r>
              <a:rPr kumimoji="1" lang="ja-JP" altLang="en-US" dirty="0"/>
              <a:t>・再分析による自身のスケジュール能力の学習</a:t>
            </a:r>
            <a:endParaRPr kumimoji="1" lang="en-US" altLang="ja-JP" dirty="0"/>
          </a:p>
          <a:p>
            <a:r>
              <a:rPr kumimoji="1" lang="ja-JP" altLang="en-US" dirty="0"/>
              <a:t>・精度向上のサイクル構築によるスケジュール能力の向上</a:t>
            </a:r>
          </a:p>
        </p:txBody>
      </p:sp>
    </p:spTree>
    <p:extLst>
      <p:ext uri="{BB962C8B-B14F-4D97-AF65-F5344CB8AC3E}">
        <p14:creationId xmlns:p14="http://schemas.microsoft.com/office/powerpoint/2010/main" val="276471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653F-4F6E-29CA-50E9-6D22D669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C96168-9A57-CE52-9F66-FCD36F9DBCD9}"/>
              </a:ext>
            </a:extLst>
          </p:cNvPr>
          <p:cNvSpPr txBox="1"/>
          <p:nvPr/>
        </p:nvSpPr>
        <p:spPr>
          <a:xfrm>
            <a:off x="655982" y="60628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主要機能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0250F0-C845-CEE2-4AC1-8F5834D49AE9}"/>
              </a:ext>
            </a:extLst>
          </p:cNvPr>
          <p:cNvSpPr txBox="1"/>
          <p:nvPr/>
        </p:nvSpPr>
        <p:spPr>
          <a:xfrm>
            <a:off x="1916921" y="1600200"/>
            <a:ext cx="54400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スケジュール管理</a:t>
            </a:r>
            <a:endParaRPr kumimoji="1" lang="en-US" altLang="ja-JP" dirty="0"/>
          </a:p>
          <a:p>
            <a:r>
              <a:rPr kumimoji="1" lang="ja-JP" altLang="en-US" dirty="0"/>
              <a:t>　予定の登録・編集・削除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実績記録（レコード）</a:t>
            </a:r>
            <a:endParaRPr kumimoji="1" lang="en-US" altLang="ja-JP" dirty="0"/>
          </a:p>
          <a:p>
            <a:r>
              <a:rPr kumimoji="1" lang="ja-JP" altLang="en-US" dirty="0"/>
              <a:t>　実際の作業時間を記録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差異分析</a:t>
            </a:r>
            <a:endParaRPr kumimoji="1" lang="en-US" altLang="ja-JP" dirty="0"/>
          </a:p>
          <a:p>
            <a:r>
              <a:rPr kumimoji="1" lang="ja-JP" altLang="en-US" dirty="0"/>
              <a:t>　予定と実績の比較・可視化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Google</a:t>
            </a:r>
            <a:r>
              <a:rPr kumimoji="1" lang="ja-JP" altLang="en-US" dirty="0"/>
              <a:t>カレンダーとの連携</a:t>
            </a:r>
            <a:endParaRPr kumimoji="1" lang="en-US" altLang="ja-JP" dirty="0"/>
          </a:p>
          <a:p>
            <a:r>
              <a:rPr kumimoji="1" lang="ja-JP" altLang="en-US" dirty="0"/>
              <a:t>　既存カレンダーとの同期</a:t>
            </a:r>
            <a:endParaRPr kumimoji="1" lang="en-US" altLang="ja-JP" dirty="0"/>
          </a:p>
        </p:txBody>
      </p:sp>
      <p:pic>
        <p:nvPicPr>
          <p:cNvPr id="7" name="グラフィックス 6" descr="月毎カレンダー 単色塗りつぶし">
            <a:extLst>
              <a:ext uri="{FF2B5EF4-FFF2-40B4-BE49-F238E27FC236}">
                <a16:creationId xmlns:a16="http://schemas.microsoft.com/office/drawing/2014/main" id="{49991872-0C3A-82C8-5134-29C2AE9AE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964" y="1600200"/>
            <a:ext cx="496957" cy="496957"/>
          </a:xfrm>
          <a:prstGeom prst="rect">
            <a:avLst/>
          </a:prstGeom>
        </p:spPr>
      </p:pic>
      <p:pic>
        <p:nvPicPr>
          <p:cNvPr id="9" name="グラフィックス 8" descr="クリップボード 単色塗りつぶし">
            <a:extLst>
              <a:ext uri="{FF2B5EF4-FFF2-40B4-BE49-F238E27FC236}">
                <a16:creationId xmlns:a16="http://schemas.microsoft.com/office/drawing/2014/main" id="{C68A9A9A-A4BA-CC5A-D116-1FA111C77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8815" y="2649447"/>
            <a:ext cx="556591" cy="556591"/>
          </a:xfrm>
          <a:prstGeom prst="rect">
            <a:avLst/>
          </a:prstGeom>
        </p:spPr>
      </p:pic>
      <p:pic>
        <p:nvPicPr>
          <p:cNvPr id="11" name="グラフィックス 10" descr="棒グラフ 単色塗りつぶし">
            <a:extLst>
              <a:ext uri="{FF2B5EF4-FFF2-40B4-BE49-F238E27FC236}">
                <a16:creationId xmlns:a16="http://schemas.microsoft.com/office/drawing/2014/main" id="{054FE376-DBC8-00F5-8D66-B703F6A1DA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0147" y="3758328"/>
            <a:ext cx="526774" cy="526774"/>
          </a:xfrm>
          <a:prstGeom prst="rect">
            <a:avLst/>
          </a:prstGeom>
        </p:spPr>
      </p:pic>
      <p:pic>
        <p:nvPicPr>
          <p:cNvPr id="13" name="グラフィックス 12" descr="同期中のクラウド 単色塗りつぶし">
            <a:extLst>
              <a:ext uri="{FF2B5EF4-FFF2-40B4-BE49-F238E27FC236}">
                <a16:creationId xmlns:a16="http://schemas.microsoft.com/office/drawing/2014/main" id="{9DDCDE50-61BD-D69E-C271-88FCE2533F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1146" y="4694240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8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CEDB-8D84-4448-B211-6D189C83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8D74BFF-CC0E-5AB5-43FD-31C1FAECD8A0}"/>
              </a:ext>
            </a:extLst>
          </p:cNvPr>
          <p:cNvSpPr txBox="1"/>
          <p:nvPr/>
        </p:nvSpPr>
        <p:spPr>
          <a:xfrm>
            <a:off x="695739" y="3136612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アプリケーションデモ</a:t>
            </a:r>
          </a:p>
        </p:txBody>
      </p:sp>
    </p:spTree>
    <p:extLst>
      <p:ext uri="{BB962C8B-B14F-4D97-AF65-F5344CB8AC3E}">
        <p14:creationId xmlns:p14="http://schemas.microsoft.com/office/powerpoint/2010/main" val="59734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BF6E-F8DB-B4C0-41DD-D38805E8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26AF71-04D0-2F1E-BD9D-45DA6518F2A9}"/>
              </a:ext>
            </a:extLst>
          </p:cNvPr>
          <p:cNvSpPr txBox="1"/>
          <p:nvPr/>
        </p:nvSpPr>
        <p:spPr>
          <a:xfrm>
            <a:off x="655982" y="606287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今回の開発における感想と改善点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A8F5CD-D0A2-9B03-63B8-12F479C2C713}"/>
              </a:ext>
            </a:extLst>
          </p:cNvPr>
          <p:cNvSpPr txBox="1"/>
          <p:nvPr/>
        </p:nvSpPr>
        <p:spPr>
          <a:xfrm>
            <a:off x="655983" y="1272208"/>
            <a:ext cx="947199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感想</a:t>
            </a:r>
            <a:endParaRPr kumimoji="1" lang="en-US" altLang="ja-JP" sz="2400" b="1" dirty="0"/>
          </a:p>
          <a:p>
            <a:r>
              <a:rPr kumimoji="1" lang="ja-JP" altLang="en-US" dirty="0"/>
              <a:t>設計段階では、まだ使ったことのない機能などがかなり入っていたので、自身の力でアプリケーションが形になるか不安だったが、想定していたより自分の理想に近いものを実現できた。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sz="2400" b="1" dirty="0"/>
              <a:t>改善点</a:t>
            </a:r>
            <a:endParaRPr kumimoji="1" lang="en-US" altLang="ja-JP" sz="2400" b="1" dirty="0"/>
          </a:p>
          <a:p>
            <a:r>
              <a:rPr kumimoji="1" lang="ja-JP" altLang="en-US" dirty="0"/>
              <a:t>設計段階での必要な機能の洗い出し</a:t>
            </a:r>
            <a:endParaRPr kumimoji="1" lang="en-US" altLang="ja-JP" dirty="0"/>
          </a:p>
          <a:p>
            <a:r>
              <a:rPr kumimoji="1" lang="ja-JP" altLang="en-US" dirty="0"/>
              <a:t>・必要なテーブルなどについての把握がうまくできておらず、実際に追加する必要のあるものが開発段階でかなり出てきた。</a:t>
            </a:r>
            <a:endParaRPr kumimoji="1" lang="en-US" altLang="ja-JP" dirty="0"/>
          </a:p>
          <a:p>
            <a:r>
              <a:rPr kumimoji="1" lang="ja-JP" altLang="en-US" dirty="0"/>
              <a:t>⇒アプリ開発の経験を積むことで、より正確な設計を作れるようにしていきたい。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開発順序の見直し</a:t>
            </a:r>
            <a:endParaRPr kumimoji="1" lang="en-US" altLang="ja-JP" dirty="0"/>
          </a:p>
          <a:p>
            <a:r>
              <a:rPr kumimoji="1" lang="ja-JP" altLang="en-US" dirty="0"/>
              <a:t>・一つ一つのページを作る際に細かくデザインまで作りこんだことによって、あとから修正が必要な際に変更に必要な工数が増えてしまった。</a:t>
            </a:r>
            <a:endParaRPr kumimoji="1" lang="en-US" altLang="ja-JP" dirty="0"/>
          </a:p>
          <a:p>
            <a:r>
              <a:rPr kumimoji="1" lang="ja-JP" altLang="en-US" dirty="0"/>
              <a:t>⇒大まかな全体の組み立てから始め、全体を少しずつ完成に近づけていくような形をとれるようにする。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2758933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青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47</TotalTime>
  <Words>349</Words>
  <Application>Microsoft Office PowerPoint</Application>
  <PresentationFormat>ワイド画面</PresentationFormat>
  <Paragraphs>47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スライス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葵 久保田</dc:creator>
  <cp:lastModifiedBy>葵 久保田</cp:lastModifiedBy>
  <cp:revision>1</cp:revision>
  <dcterms:created xsi:type="dcterms:W3CDTF">2025-11-14T03:29:13Z</dcterms:created>
  <dcterms:modified xsi:type="dcterms:W3CDTF">2025-11-14T04:17:07Z</dcterms:modified>
</cp:coreProperties>
</file>